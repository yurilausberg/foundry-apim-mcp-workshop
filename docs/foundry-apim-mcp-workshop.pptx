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For the PowerShell smoke test, prepare $body from the lab request payload and run the displayed Invoke-RestMethod command.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0.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svg"/><Relationship Id="rId4" Type="http://schemas.openxmlformats.org/officeDocument/2006/relationships/image" Target="../media/image3.sv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36.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svg"/></Relationships>
</file>

<file path=ppt/slides/_rels/slide1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42.svg"/><Relationship Id="rId7"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4.svg"/><Relationship Id="rId5" Type="http://schemas.openxmlformats.org/officeDocument/2006/relationships/image" Target="../media/image22.svg"/><Relationship Id="rId4" Type="http://schemas.openxmlformats.org/officeDocument/2006/relationships/image" Target="../media/image43.svg"/><Relationship Id="rId9"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2.svg"/><Relationship Id="rId4" Type="http://schemas.openxmlformats.org/officeDocument/2006/relationships/image" Target="../media/image51.svg"/></Relationships>
</file>

<file path=ppt/slides/_rels/slide17.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3.sv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57.svg"/><Relationship Id="rId5" Type="http://schemas.openxmlformats.org/officeDocument/2006/relationships/image" Target="../media/image54.svg"/><Relationship Id="rId10" Type="http://schemas.openxmlformats.org/officeDocument/2006/relationships/image" Target="../media/image56.svg"/><Relationship Id="rId4" Type="http://schemas.openxmlformats.org/officeDocument/2006/relationships/image" Target="../media/image7.svg"/><Relationship Id="rId9"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48.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txBody>
          <a:bodyPr/>
          <a:lstStyle/>
          <a:p>
            <a:endParaRPr lang="en-US"/>
          </a:p>
        </p:txBody>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218688" y="2331720"/>
            <a:ext cx="530352" cy="530352"/>
          </a:xfrm>
          <a:prstGeom prst="ellipse">
            <a:avLst/>
          </a:prstGeom>
          <a:solidFill>
            <a:srgbClr val="775DA6"/>
          </a:solidFill>
          <a:ln w="12700">
            <a:solidFill>
              <a:srgbClr val="775DA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6704" y="2459736"/>
            <a:ext cx="274320" cy="274320"/>
          </a:xfrm>
          <a:prstGeom prst="rect">
            <a:avLst/>
          </a:prstGeom>
        </p:spPr>
      </p:pic>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txBody>
          <a:bodyPr/>
          <a:lstStyle/>
          <a:p>
            <a:endParaRPr lang="en-US"/>
          </a:p>
        </p:txBody>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5591556" y="2331720"/>
            <a:ext cx="530352" cy="530352"/>
          </a:xfrm>
          <a:prstGeom prst="ellipse">
            <a:avLst/>
          </a:prstGeom>
          <a:solidFill>
            <a:srgbClr val="0F8B8D"/>
          </a:solidFill>
          <a:ln w="12700">
            <a:solidFill>
              <a:srgbClr val="0F8B8D"/>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9572" y="2459736"/>
            <a:ext cx="274320" cy="274320"/>
          </a:xfrm>
          <a:prstGeom prst="rect">
            <a:avLst/>
          </a:prstGeom>
        </p:spPr>
      </p:pic>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txBody>
          <a:bodyPr/>
          <a:lstStyle/>
          <a:p>
            <a:endParaRPr lang="en-US"/>
          </a:p>
        </p:txBody>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txBody>
          <a:bodyPr/>
          <a:lstStyle/>
          <a:p>
            <a:endParaRPr lang="en-US"/>
          </a:p>
        </p:txBody>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txBody>
          <a:bodyPr/>
          <a:lstStyle/>
          <a:p>
            <a:endParaRPr lang="en-US"/>
          </a:p>
        </p:txBody>
      </p:sp>
      <p:pic>
        <p:nvPicPr>
          <p:cNvPr id="3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lnSpcReduction="10000"/>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txBody>
          <a:bodyPr/>
          <a:lstStyle/>
          <a:p>
            <a:endParaRPr lang="en-US"/>
          </a:p>
        </p:txBody>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txBody>
          <a:bodyPr/>
          <a:lstStyle/>
          <a:p>
            <a:endParaRPr lang="en-US"/>
          </a:p>
        </p:txBody>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fontScale="92500"/>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txBody>
          <a:bodyPr/>
          <a:lstStyle/>
          <a:p>
            <a:endParaRPr lang="en-US"/>
          </a:p>
        </p:txBody>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3298</Words>
  <Application>Microsoft Office PowerPoint</Application>
  <PresentationFormat>Widescreen</PresentationFormat>
  <Paragraphs>458</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2026-09-25T19:13:54Z</dcterms:modified>
</cp:coreProperties>
</file>