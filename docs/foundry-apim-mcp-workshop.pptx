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0" d="100"/>
          <a:sy n="100" d="100"/>
        </p:scale>
        <p:origin x="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4.svg"/><Relationship Id="rId5" Type="http://schemas.openxmlformats.org/officeDocument/2006/relationships/image" Target="../media/image22.svg"/><Relationship Id="rId4" Type="http://schemas.openxmlformats.org/officeDocument/2006/relationships/image" Target="../media/image43.svg"/><Relationship Id="rId9"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txBody>
          <a:bodyPr/>
          <a:lstStyle/>
          <a:p>
            <a:endParaRPr lang="en-US"/>
          </a:p>
        </p:txBody>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txBody>
          <a:bodyPr/>
          <a:lstStyle/>
          <a:p>
            <a:endParaRPr lang="en-US"/>
          </a:p>
        </p:txBody>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txBody>
          <a:bodyPr/>
          <a:lstStyle/>
          <a:p>
            <a:endParaRPr lang="en-US"/>
          </a:p>
        </p:txBody>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txBody>
          <a:bodyPr/>
          <a:lstStyle/>
          <a:p>
            <a:endParaRPr lang="en-US"/>
          </a:p>
        </p:txBody>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txBody>
          <a:bodyPr/>
          <a:lstStyle/>
          <a:p>
            <a:endParaRPr lang="en-US"/>
          </a:p>
        </p:txBody>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lnSpcReduction="10000"/>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txBody>
          <a:bodyPr/>
          <a:lstStyle/>
          <a:p>
            <a:endParaRPr lang="en-US"/>
          </a:p>
        </p:txBody>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txBody>
          <a:bodyPr/>
          <a:lstStyle/>
          <a:p>
            <a:endParaRPr lang="en-US"/>
          </a:p>
        </p:txBody>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fontScale="92500"/>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txBody>
          <a:bodyPr/>
          <a:lstStyle/>
          <a:p>
            <a:endParaRPr lang="en-US"/>
          </a:p>
        </p:txBody>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3297</Words>
  <Application>Microsoft Office PowerPoint</Application>
  <PresentationFormat>Widescreen</PresentationFormat>
  <Paragraphs>458</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2026-09-25T19:07:56Z</dcterms:modified>
</cp:coreProperties>
</file>