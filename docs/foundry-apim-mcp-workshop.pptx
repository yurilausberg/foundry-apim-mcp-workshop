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1" autoAdjust="0"/>
  </p:normalViewPr>
  <p:slideViewPr>
    <p:cSldViewPr snapToGrid="0" snapToObjects="1">
      <p:cViewPr varScale="1">
        <p:scale>
          <a:sx n="94" d="100"/>
          <a:sy n="94" d="100"/>
        </p:scale>
        <p:origin x="44"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ASP.NET Core web project first. Confirm that the Responses API is listening at http://localhost:8088/responses before opening either client. For the PowerShell smoke test, prepare $body from the lab request payload and run the displayed Invoke-</a:t>
            </a:r>
            <a:r>
              <a:rPr lang="en-US" dirty="0" err="1"/>
              <a:t>RestMethod</a:t>
            </a:r>
            <a:r>
              <a:rPr lang="en-US" dirty="0"/>
              <a:t> command. Open Agent Inspector from Foundry Toolkit for the teaching view because it exposes model input, tool discovery, tool calls, approvals, and the final response.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2832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562600"/>
            <a:ext cx="2794000" cy="254000"/>
          </a:xfrm>
          <a:prstGeom prst="rect">
            <a:avLst/>
          </a:prstGeom>
          <a:noFill/>
        </p:spPr>
        <p:txBody>
          <a:bodyPr vert="horz" lIns="0" tIns="0" rIns="0" bIns="0" rtlCol="0">
            <a:spAutoFit/>
          </a:bodyPr>
          <a:lstStyle/>
          <a:p>
            <a:r>
              <a:rPr lang="en-US" sz="1600" b="1">
                <a:solidFill>
                  <a:srgbClr val="FFFFFF"/>
                </a:solidFill>
                <a:latin typeface="Aptos" panose="020B0004020202020204" pitchFamily="34" charset="0"/>
              </a:rPr>
              <a:t>aka.ms/MCPWorkshop</a:t>
            </a:r>
          </a:p>
        </p:txBody>
      </p:sp>
      <p:sp>
        <p:nvSpPr>
          <p:cNvPr id="18" name="Presenter Line">
            <a:extLst>
              <a:ext uri="{FF2B5EF4-FFF2-40B4-BE49-F238E27FC236}">
                <a16:creationId xmlns:a16="http://schemas.microsoft.com/office/drawing/2014/main" id="{596959E3-4555-38F3-32CA-31EAE14282EB}"/>
              </a:ext>
            </a:extLst>
          </p:cNvPr>
          <p:cNvSpPr/>
          <p:nvPr/>
        </p:nvSpPr>
        <p:spPr>
          <a:xfrm>
            <a:off x="1739900" y="5918200"/>
            <a:ext cx="4953000" cy="200660"/>
          </a:xfrm>
          <a:prstGeom prst="rect">
            <a:avLst/>
          </a:prstGeom>
          <a:noFill/>
          <a:ln/>
        </p:spPr>
        <p:txBody>
          <a:bodyPr wrap="square" lIns="0" tIns="0" rIns="0" bIns="0" rtlCol="0" anchor="ctr"/>
          <a:lstStyle/>
          <a:p>
            <a:pPr marL="0" indent="0">
              <a:buNone/>
            </a:pPr>
            <a:r>
              <a:rPr lang="en-US" sz="1050" b="1">
                <a:solidFill>
                  <a:srgbClr val="FFFFFF"/>
                </a:solidFill>
                <a:latin typeface="Aptos" panose="020B0004020202020204" pitchFamily="34" charset="0"/>
                <a:ea typeface="Aptos" pitchFamily="34" charset="-122"/>
                <a:cs typeface="Aptos" pitchFamily="34" charset="-120"/>
              </a:rPr>
              <a:t>Yuri Lausberg</a:t>
            </a:r>
            <a:r>
              <a:rPr lang="en-US" sz="1050">
                <a:solidFill>
                  <a:srgbClr val="DDDDDD"/>
                </a:solidFill>
                <a:latin typeface="Aptos" panose="020B0004020202020204" pitchFamily="34" charset="0"/>
                <a:ea typeface="Aptos" pitchFamily="34" charset="-122"/>
                <a:cs typeface="Aptos" pitchFamily="34" charset="-120"/>
              </a:rPr>
              <a:t> | Principal Solution Engineer @ Microsoft</a:t>
            </a:r>
            <a:endParaRPr lang="en-US" sz="1050" dirty="0">
              <a:solidFill>
                <a:srgbClr val="DDDDDD"/>
              </a:solidFill>
              <a:latin typeface="Aptos" panose="020B00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3784600" y="3022600"/>
            <a:ext cx="1320800" cy="1066800"/>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4229100" y="3251200"/>
            <a:ext cx="774700" cy="609600"/>
          </a:xfrm>
          <a:prstGeom prst="rect">
            <a:avLst/>
          </a:prstGeom>
          <a:noFill/>
          <a:ln/>
        </p:spPr>
        <p:txBody>
          <a:bodyPr wrap="square" lIns="0" tIns="0" rIns="0" bIns="0" rtlCol="0" anchor="ctr">
            <a:normAutofit/>
          </a:bodyPr>
          <a:lstStyle/>
          <a:p>
            <a:pPr marL="0" indent="0" algn="ctr">
              <a:buNone/>
            </a:pPr>
            <a:r>
              <a:rPr lang="en-US" sz="900" b="1">
                <a:solidFill>
                  <a:srgbClr val="FFFFFF"/>
                </a:solidFill>
                <a:latin typeface="Aptos" pitchFamily="34" charset="0"/>
                <a:ea typeface="Aptos" pitchFamily="34" charset="-122"/>
                <a:cs typeface="Aptos" pitchFamily="34" charset="-120"/>
              </a:rPr>
              <a:t>APIM</a:t>
            </a:r>
          </a:p>
          <a:p>
            <a:pPr marL="0" indent="0" algn="ctr">
              <a:buNone/>
            </a:pPr>
            <a:r>
              <a:rPr lang="en-US" sz="900" b="1">
                <a:solidFill>
                  <a:srgbClr val="FFFFFF"/>
                </a:solidFill>
                <a:latin typeface="Aptos" pitchFamily="34" charset="0"/>
                <a:ea typeface="Aptos" pitchFamily="34" charset="-122"/>
                <a:cs typeface="Aptos" pitchFamily="34" charset="-120"/>
              </a:rPr>
              <a:t>REST → MCP</a:t>
            </a:r>
            <a:endParaRPr lang="en-US" sz="900" b="1" dirty="0">
              <a:solidFill>
                <a:srgbClr val="FFFFFF"/>
              </a:solidFill>
              <a:latin typeface="Aptos" panose="020B0004020202020204" pitchFamily="34" charset="0"/>
            </a:endParaRPr>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dirty="0">
              <a:solidFill>
                <a:srgbClr val="4F6474"/>
              </a:solidFill>
              <a:latin typeface="Aptos" pitchFamily="34" charset="0"/>
              <a:ea typeface="Aptos" pitchFamily="34" charset="-122"/>
              <a:cs typeface="Aptos" pitchFamily="34" charset="-120"/>
            </a:endParaRPr>
          </a:p>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3302</Words>
  <Application>Microsoft Office PowerPoint</Application>
  <PresentationFormat>Widescreen</PresentationFormat>
  <Paragraphs>463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2026-09-28T15:32:20Z</dcterms:modified>
</cp:coreProperties>
</file>