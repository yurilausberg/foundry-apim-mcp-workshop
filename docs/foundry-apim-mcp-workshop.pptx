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8.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6.svg"/></Relationships>
</file>

<file path=ppt/slides/_rels/slide9.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svg"/></Relationships>
</file>

<file path=ppt/slides/_rels/slide10.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4.svg"/><Relationship Id="rId7" Type="http://schemas.openxmlformats.org/officeDocument/2006/relationships/image" Target="../media/image38.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 Id="rId9" Type="http://schemas.openxmlformats.org/officeDocument/2006/relationships/image" Target="../media/image40.svg"/></Relationships>
</file>

<file path=ppt/slides/_rels/slide1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svg"/></Relationships>
</file>

<file path=ppt/slides/_rels/slide12.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5.svg"/><Relationship Id="rId4" Type="http://schemas.openxmlformats.org/officeDocument/2006/relationships/image" Target="../media/image44.svg"/></Relationships>
</file>

<file path=ppt/slides/_rels/slide13.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46.svg"/><Relationship Id="rId7" Type="http://schemas.openxmlformats.org/officeDocument/2006/relationships/image" Target="../media/image49.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8.svg"/><Relationship Id="rId5" Type="http://schemas.openxmlformats.org/officeDocument/2006/relationships/image" Target="../media/image26.svg"/><Relationship Id="rId4" Type="http://schemas.openxmlformats.org/officeDocument/2006/relationships/image" Target="../media/image47.svg"/><Relationship Id="rId9" Type="http://schemas.openxmlformats.org/officeDocument/2006/relationships/image" Target="../media/image50.svg"/></Relationships>
</file>

<file path=ppt/slides/_rels/slide14.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1.svg"/></Relationships>
</file>

<file path=ppt/slides/_rels/slide1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3.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56.svg"/><Relationship Id="rId4" Type="http://schemas.openxmlformats.org/officeDocument/2006/relationships/image" Target="../media/image55.svg"/></Relationships>
</file>

<file path=ppt/slides/_rels/slide17.xml.rels><?xml version="1.0" encoding="UTF-8" standalone="yes"?>
<Relationships xmlns="http://schemas.openxmlformats.org/package/2006/relationships"><Relationship Id="rId8" Type="http://schemas.openxmlformats.org/officeDocument/2006/relationships/image" Target="../media/image59.svg"/><Relationship Id="rId3" Type="http://schemas.openxmlformats.org/officeDocument/2006/relationships/image" Target="../media/image57.svg"/><Relationship Id="rId7" Type="http://schemas.openxmlformats.org/officeDocument/2006/relationships/image" Target="../media/image22.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61.svg"/><Relationship Id="rId5" Type="http://schemas.openxmlformats.org/officeDocument/2006/relationships/image" Target="../media/image58.svg"/><Relationship Id="rId10" Type="http://schemas.openxmlformats.org/officeDocument/2006/relationships/image" Target="../media/image60.svg"/><Relationship Id="rId4" Type="http://schemas.openxmlformats.org/officeDocument/2006/relationships/image" Target="../media/image8.sv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0.svg"/><Relationship Id="rId4" Type="http://schemas.openxmlformats.org/officeDocument/2006/relationships/image" Target="../media/image62.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svg"/><Relationship Id="rId7" Type="http://schemas.openxmlformats.org/officeDocument/2006/relationships/image" Target="../media/image64.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52.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8.svg"/><Relationship Id="rId5" Type="http://schemas.openxmlformats.org/officeDocument/2006/relationships/image" Target="../media/image67.svg"/><Relationship Id="rId4" Type="http://schemas.openxmlformats.org/officeDocument/2006/relationships/image" Target="../media/image66.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lnSpcReduction="10000"/>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txBody>
          <a:bodyPr/>
          <a:lstStyle/>
          <a:p>
            <a:endParaRPr lang="en-US"/>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3528314" y="2431796"/>
            <a:ext cx="330200" cy="330200"/>
          </a:xfrm>
          <a:prstGeom prst="rect">
            <a:avLst/>
          </a:prstGeom>
        </p:spPr>
      </p:pic>
      <p:pic>
        <p:nvPicPr>
          <p:cNvPr id="51" name="Azure API Management Icon">
            <a:extLst>
              <a:ext uri="{FF2B5EF4-FFF2-40B4-BE49-F238E27FC236}">
                <a16:creationId xmlns:a16="http://schemas.microsoft.com/office/drawing/2014/main" id="{AAFB1189-5C1B-9BD4-7D9F-53793DC99227}"/>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5590032" y="2330196"/>
            <a:ext cx="533400" cy="5334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109214" y="2431796"/>
            <a:ext cx="330200" cy="330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3305</Words>
  <Application>Microsoft Office PowerPoint</Application>
  <PresentationFormat>Widescreen</PresentationFormat>
  <Paragraphs>460</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2026-09-25T23:25:45Z</dcterms:modified>
</cp:coreProperties>
</file>