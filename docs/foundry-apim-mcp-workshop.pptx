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8" name="APIM Telemetry Arrow"/>
          <p:cNvSpPr/>
          <p:nvPr/>
        </p:nvSpPr>
        <p:spPr>
          <a:xfrm>
            <a:off x="5857240" y="3703320"/>
            <a:ext cx="0" cy="5207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3703320"/>
            <a:ext cx="0" cy="5207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2907792"/>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2907792"/>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2907792"/>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2907792"/>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528314" y="2431796"/>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3109214" y="2431796"/>
            <a:ext cx="330200" cy="3302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87500"/>
            <a:ext cx="1938020" cy="3556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2628900" y="16510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2933700" y="1619250"/>
            <a:ext cx="1422400" cy="146194"/>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2933700" y="1784350"/>
            <a:ext cx="1422400" cy="115416"/>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43100"/>
            <a:ext cx="0" cy="160020"/>
          </a:xfrm>
          <a:prstGeom prst="line">
            <a:avLst/>
          </a:prstGeom>
          <a:ln w="15240">
            <a:solidFill>
              <a:srgbClr val="775DA6"/>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3" name="APIM Control Plane Badge">
            <a:extLst>
              <a:ext uri="{FF2B5EF4-FFF2-40B4-BE49-F238E27FC236}">
                <a16:creationId xmlns:a16="http://schemas.microsoft.com/office/drawing/2014/main" id="{98D26CB3-9376-F472-7DD8-F24ED57C4915}"/>
              </a:ext>
            </a:extLst>
          </p:cNvPr>
          <p:cNvSpPr/>
          <p:nvPr/>
        </p:nvSpPr>
        <p:spPr>
          <a:xfrm>
            <a:off x="4888230" y="1587500"/>
            <a:ext cx="1938020" cy="3556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APIM Control Plane Title">
            <a:extLst>
              <a:ext uri="{FF2B5EF4-FFF2-40B4-BE49-F238E27FC236}">
                <a16:creationId xmlns:a16="http://schemas.microsoft.com/office/drawing/2014/main" id="{801203E0-1ECC-B010-5318-48DBDD9F61E4}"/>
              </a:ext>
            </a:extLst>
          </p:cNvPr>
          <p:cNvSpPr txBox="1"/>
          <p:nvPr/>
        </p:nvSpPr>
        <p:spPr>
          <a:xfrm>
            <a:off x="5307330" y="1619250"/>
            <a:ext cx="14224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5307330" y="1784350"/>
            <a:ext cx="14224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Policies and controls</a:t>
            </a:r>
          </a:p>
        </p:txBody>
      </p: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1943100"/>
            <a:ext cx="0" cy="160020"/>
          </a:xfrm>
          <a:prstGeom prst="line">
            <a:avLst/>
          </a:prstGeom>
          <a:ln w="15240">
            <a:solidFill>
              <a:srgbClr val="775DA6"/>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5002530" y="1651000"/>
            <a:ext cx="228600" cy="228600"/>
          </a:xfrm>
          <a:prstGeom prst="rect">
            <a:avLst/>
          </a:prstGeom>
        </p:spPr>
      </p:pic>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5641340" y="2381250"/>
            <a:ext cx="431800" cy="431800"/>
          </a:xfrm>
          <a:prstGeom prst="rect">
            <a:avLst/>
          </a:prstGeom>
        </p:spPr>
      </p:pic>
      <p:sp>
        <p:nvSpPr>
          <p:cNvPr id="39" name="Application Insights Layer"/>
          <p:cNvSpPr/>
          <p:nvPr/>
        </p:nvSpPr>
        <p:spPr>
          <a:xfrm>
            <a:off x="2514600" y="4224020"/>
            <a:ext cx="6629400" cy="104267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2768600" y="4452620"/>
            <a:ext cx="406400" cy="406400"/>
          </a:xfrm>
          <a:prstGeom prst="rect">
            <a:avLst/>
          </a:prstGeom>
        </p:spPr>
      </p:pic>
      <p:sp>
        <p:nvSpPr>
          <p:cNvPr id="41" name="Application Insights Title"/>
          <p:cNvSpPr/>
          <p:nvPr/>
        </p:nvSpPr>
        <p:spPr>
          <a:xfrm>
            <a:off x="3327400" y="4371340"/>
            <a:ext cx="5461000" cy="228600"/>
          </a:xfrm>
          <a:prstGeom prst="rect">
            <a:avLst/>
          </a:prstGeom>
          <a:noFill/>
          <a:ln/>
        </p:spPr>
        <p:txBody>
          <a:bodyPr wrap="square" lIns="0" tIns="0" rIns="0" bIns="0" rtlCol="0" anchor="ctr">
            <a:normAutofit/>
          </a:bodyPr>
          <a:lstStyle/>
          <a:p>
            <a:pPr marL="0" indent="0">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3327400" y="4645660"/>
            <a:ext cx="5461000" cy="381000"/>
          </a:xfrm>
          <a:prstGeom prst="rect">
            <a:avLst/>
          </a:prstGeom>
          <a:noFill/>
          <a:ln/>
        </p:spPr>
        <p:txBody>
          <a:bodyPr wrap="square" lIns="0" tIns="0" rIns="0" bIns="0" rtlCol="0" anchor="ctr">
            <a:normAutofit/>
          </a:bodyPr>
          <a:lstStyle/>
          <a:p>
            <a:pPr marL="0" indent="0">
              <a:buNone/>
            </a:pPr>
            <a:r>
              <a:rPr lang="en-US" sz="870">
                <a:solidFill>
                  <a:srgbClr val="4F6474"/>
                </a:solidFill>
                <a:latin typeface="Aptos" pitchFamily="34" charset="0"/>
                <a:ea typeface="Aptos" pitchFamily="34" charset="-122"/>
                <a:cs typeface="Aptos" pitchFamily="34" charset="-120"/>
              </a:rPr>
              <a:t>Agent and APIM telemetry for latency, failures, usage, correlation, and audit evidence</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3307</Words>
  <Application>Microsoft Office PowerPoint</Application>
  <PresentationFormat>Widescreen</PresentationFormat>
  <Paragraphs>462</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2026-09-25T23:44:02Z</dcterms:modified>
</cp:coreProperties>
</file>